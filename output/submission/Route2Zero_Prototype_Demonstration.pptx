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292D-4C58-BF0D-6F378E036E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292D-4C58-BF0D-6F378E036E4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this as proof of a reproducible working build.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2.1 interface keeps the city decision, evidence state, and next action in one workflow.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dated OSM relation supports the route and geometry claim; active service and franchise authority remain uncertain.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view leads with three decisions. Eight supporting signals are available through progressive disclosure.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target is a historic schedule-based service proxy, not passenger demand.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modest silhouette indicates overlapping structure. Typology adds no policy points and predicts no outcome.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low case turns negative when a carbon-intensive grid is paired with an inefficient EV assumption. The low-high range is a scenario bound, not a statistical confidence interval.</a:t>
            </a:r>
          </a:p>
          <a:p>
            <a:r>
              <a:t>[Sources]</a:t>
            </a:r>
          </a:p>
          <a:p>
            <a:r>
              <a:t>data/processed/climate_impact.csv</a:t>
            </a:r>
          </a:p>
          <a:p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build uses population exposure only. PSA city-level poverty estimates are registered as the next validation candidate; no poverty or settlement-status inference is made.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live panel exposes order-of-magnitude fleet and hardware figures, excluded costs, and the single route that uses ML.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route can be high priority and still require more evidence.</a:t>
            </a:r>
          </a:p>
          <a:p>
            <a:r>
              <a:t>[Sources]</a:t>
            </a:r>
          </a:p>
          <a:p>
            <a:r>
              <a:t>data/processed/evidence_confidence.csv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Rank stability is resilience to the tested policy weights, not predictive accuracy.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queue is precomputed by deterministic perturbation.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policy scenario is explicit and auditable; the assistant cache is keyed by route, scenario, and build.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shortlist uses evidence and diversity constraints. The new feasibility proxy informs validation but is not presented as a verified budget constraint.</a:t>
            </a:r>
          </a:p>
          <a:p>
            <a:r>
              <a:t>[Sources]</a:t>
            </a:r>
          </a:p>
          <a:p>
            <a:r>
              <a:t>config/optimization_scenarios.json</a:t>
            </a:r>
          </a:p>
          <a:p>
            <a:r>
              <a:t>data/processed/feasibility_cost_scenarios.json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selector changes four routes while selecting one route direction per normalized corridor.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assistant never writes scores, rankings, climate values, weights, or portfolio membership.</a:t>
            </a:r>
          </a:p>
          <a:p>
            <a:r>
              <a:t>[Sources]</a:t>
            </a:r>
          </a:p>
          <a:p>
            <a:r>
              <a:t>data/processed/route_planner_cache.json</a:t>
            </a:r>
          </a:p>
          <a:p>
            <a:r>
              <a:t>netlify-site/netlify/functions/explain.mjs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auditability and human control.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2AA94FC1-7318-4F53-A5AE-75DF995873E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9229063-61BC-4143-980A-BA679F7FE83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15066" r="15066"/>
          <a:stretch>
            <a:fillRect/>
          </a:stretch>
        </p:blipFill>
        <p:spPr>
          <a:xfrm>
            <a:off x="5905500" y="609600"/>
            <a:ext cx="6286500" cy="62484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23B3E0A-2142-4822-9E2D-7E14B586F847}"/>
              </a:ext>
            </a:extLst>
          </p:cNvPr>
          <p:cNvSpPr>
            <a:spLocks noGrp="1"/>
          </p:cNvSpPr>
          <p:nvPr/>
        </p:nvSpPr>
        <p:spPr>
          <a:xfrm>
            <a:off x="5238750" y="0"/>
            <a:ext cx="69532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C120AE-84AE-4124-9178-A2D111013578}"/>
              </a:ext>
            </a:extLst>
          </p:cNvPr>
          <p:cNvSpPr>
            <a:spLocks noGrp="1"/>
          </p:cNvSpPr>
          <p:nvPr/>
        </p:nvSpPr>
        <p:spPr>
          <a:xfrm>
            <a:off x="628650" y="952500"/>
            <a:ext cx="48577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897D07-3521-4AFB-9DBE-4AE5B235456F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485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4B56C6-72C7-4458-84C9-041286902AA3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4762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Screen 1,522 historic corridor records into 9 priorities for field validation — then show what the city must verify before spending.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B0978E-798E-4FC4-A37D-2278F83A2EA0}"/>
              </a:ext>
            </a:extLst>
          </p:cNvPr>
          <p:cNvSpPr>
            <a:spLocks noGrp="1"/>
          </p:cNvSpPr>
          <p:nvPr/>
        </p:nvSpPr>
        <p:spPr>
          <a:xfrm>
            <a:off x="628650" y="405765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7831B7-595B-45D3-A4C5-70B27ACB1877}"/>
              </a:ext>
            </a:extLst>
          </p:cNvPr>
          <p:cNvSpPr>
            <a:spLocks noGrp="1"/>
          </p:cNvSpPr>
          <p:nvPr/>
        </p:nvSpPr>
        <p:spPr>
          <a:xfrm>
            <a:off x="1752600" y="40005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r2z-a7181752a17d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545AF7-BBF7-4101-A59A-BF33E10EFB6A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E6EAAC-913B-493E-8D53-6C546A06B4BC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95578B-23FB-458A-9A41-1DA89C6B0EAF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D57768-8C00-442E-AEAE-270D3415EA93}"/>
              </a:ext>
            </a:extLst>
          </p:cNvPr>
          <p:cNvSpPr>
            <a:spLocks noGrp="1"/>
          </p:cNvSpPr>
          <p:nvPr/>
        </p:nvSpPr>
        <p:spPr>
          <a:xfrm>
            <a:off x="1752600" y="485775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B734C4-07F0-41C8-ABDD-3A5284F5A1E9}"/>
              </a:ext>
            </a:extLst>
          </p:cNvPr>
          <p:cNvSpPr>
            <a:spLocks noGrp="1"/>
          </p:cNvSpPr>
          <p:nvPr/>
        </p:nvSpPr>
        <p:spPr>
          <a:xfrm>
            <a:off x="628650" y="534352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652E46-DFD7-4FFB-BB86-897879D38218}"/>
              </a:ext>
            </a:extLst>
          </p:cNvPr>
          <p:cNvSpPr>
            <a:spLocks noGrp="1"/>
          </p:cNvSpPr>
          <p:nvPr/>
        </p:nvSpPr>
        <p:spPr>
          <a:xfrm>
            <a:off x="1752600" y="528637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Aug 2026 · 01:00 UTC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00B896-2B92-4422-A851-0C3400A059F6}"/>
              </a:ext>
            </a:extLst>
          </p:cNvPr>
          <p:cNvSpPr>
            <a:spLocks noGrp="1"/>
          </p:cNvSpPr>
          <p:nvPr/>
        </p:nvSpPr>
        <p:spPr>
          <a:xfrm>
            <a:off x="628650" y="5934075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E62172-CC8A-4760-8237-EC00069AF48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DF88FF-CD9A-4A66-A2A1-5542692BB34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2D7D2C-84A7-4117-A14B-3B99DFFB0E5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39732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hlinkClick r:id="rId3"/>
            <a:extLst>
              <a:ext uri="{FF2B5EF4-FFF2-40B4-BE49-F238E27FC236}">
                <a16:creationId xmlns:a16="http://schemas.microsoft.com/office/drawing/2014/main" id="{8897D838-09FF-498C-BFDE-1B42537152A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ACDF09A-CAD0-408B-9926-EF76EAA190E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884268-428C-48D3-A087-6C561602B34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FFEDCF-E3E6-4B77-A04E-B0F6437844E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EE941-F6EE-4A2E-87E6-B9FBF5AEE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3822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9EC9822-5379-4F74-B031-A35B4FBD3CCB}"/>
              </a:ext>
            </a:extLst>
          </p:cNvPr>
          <p:cNvSpPr>
            <a:spLocks noGrp="1"/>
          </p:cNvSpPr>
          <p:nvPr/>
        </p:nvSpPr>
        <p:spPr>
          <a:xfrm>
            <a:off x="11430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43597-5D0C-467A-B9AE-6A0FAE597E06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C7E429-C0B2-47C2-838D-04529DC45B64}"/>
              </a:ext>
            </a:extLst>
          </p:cNvPr>
          <p:cNvSpPr>
            <a:spLocks noGrp="1"/>
          </p:cNvSpPr>
          <p:nvPr/>
        </p:nvSpPr>
        <p:spPr>
          <a:xfrm>
            <a:off x="15621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18E4FB-AB36-486A-BFCC-E62DE4762AF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3F4737-B5DF-4D99-BACF-F184CC1129E0}"/>
              </a:ext>
            </a:extLst>
          </p:cNvPr>
          <p:cNvSpPr>
            <a:spLocks noGrp="1"/>
          </p:cNvSpPr>
          <p:nvPr/>
        </p:nvSpPr>
        <p:spPr>
          <a:xfrm>
            <a:off x="26289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1F370A-556F-43B9-A9A4-D2A7F279073F}"/>
              </a:ext>
            </a:extLst>
          </p:cNvPr>
          <p:cNvSpPr>
            <a:spLocks noGrp="1"/>
          </p:cNvSpPr>
          <p:nvPr/>
        </p:nvSpPr>
        <p:spPr>
          <a:xfrm>
            <a:off x="26289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30FFE-CF75-4AB0-B06E-20D851E72C08}"/>
              </a:ext>
            </a:extLst>
          </p:cNvPr>
          <p:cNvSpPr>
            <a:spLocks noGrp="1"/>
          </p:cNvSpPr>
          <p:nvPr/>
        </p:nvSpPr>
        <p:spPr>
          <a:xfrm>
            <a:off x="30480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0A78A5-13B1-4F24-AE0A-64DBB977661F}"/>
              </a:ext>
            </a:extLst>
          </p:cNvPr>
          <p:cNvSpPr>
            <a:spLocks noGrp="1"/>
          </p:cNvSpPr>
          <p:nvPr/>
        </p:nvSpPr>
        <p:spPr>
          <a:xfrm>
            <a:off x="21717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E8DD207-2A1D-4E97-9CA2-D508C4BA4C40}"/>
              </a:ext>
            </a:extLst>
          </p:cNvPr>
          <p:cNvSpPr>
            <a:spLocks noGrp="1"/>
          </p:cNvSpPr>
          <p:nvPr/>
        </p:nvSpPr>
        <p:spPr>
          <a:xfrm>
            <a:off x="41148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DA2B4E-A647-44E7-8CDF-EE315B1E515D}"/>
              </a:ext>
            </a:extLst>
          </p:cNvPr>
          <p:cNvSpPr>
            <a:spLocks noGrp="1"/>
          </p:cNvSpPr>
          <p:nvPr/>
        </p:nvSpPr>
        <p:spPr>
          <a:xfrm>
            <a:off x="41148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EA6B80-8895-4684-9654-B69386C23FF5}"/>
              </a:ext>
            </a:extLst>
          </p:cNvPr>
          <p:cNvSpPr>
            <a:spLocks noGrp="1"/>
          </p:cNvSpPr>
          <p:nvPr/>
        </p:nvSpPr>
        <p:spPr>
          <a:xfrm>
            <a:off x="45339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2456B0-19E2-421A-BB4A-AA1B654B1B39}"/>
              </a:ext>
            </a:extLst>
          </p:cNvPr>
          <p:cNvSpPr>
            <a:spLocks noGrp="1"/>
          </p:cNvSpPr>
          <p:nvPr/>
        </p:nvSpPr>
        <p:spPr>
          <a:xfrm>
            <a:off x="36576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61A27C-4055-4B6A-AAAC-EE1E983784B1}"/>
              </a:ext>
            </a:extLst>
          </p:cNvPr>
          <p:cNvSpPr>
            <a:spLocks noGrp="1"/>
          </p:cNvSpPr>
          <p:nvPr/>
        </p:nvSpPr>
        <p:spPr>
          <a:xfrm>
            <a:off x="56007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049C9A-09F3-4B26-98B8-D23D77EF2BC3}"/>
              </a:ext>
            </a:extLst>
          </p:cNvPr>
          <p:cNvSpPr>
            <a:spLocks noGrp="1"/>
          </p:cNvSpPr>
          <p:nvPr/>
        </p:nvSpPr>
        <p:spPr>
          <a:xfrm>
            <a:off x="56007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E9215A-F0CA-4E9D-8E63-4A579C639523}"/>
              </a:ext>
            </a:extLst>
          </p:cNvPr>
          <p:cNvSpPr>
            <a:spLocks noGrp="1"/>
          </p:cNvSpPr>
          <p:nvPr/>
        </p:nvSpPr>
        <p:spPr>
          <a:xfrm>
            <a:off x="60198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0878BB-AAA3-4661-B5EC-1315A972C5A2}"/>
              </a:ext>
            </a:extLst>
          </p:cNvPr>
          <p:cNvSpPr>
            <a:spLocks noGrp="1"/>
          </p:cNvSpPr>
          <p:nvPr/>
        </p:nvSpPr>
        <p:spPr>
          <a:xfrm>
            <a:off x="51435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11A28-6349-4520-8DAE-7858C6786C38}"/>
              </a:ext>
            </a:extLst>
          </p:cNvPr>
          <p:cNvSpPr>
            <a:spLocks noGrp="1"/>
          </p:cNvSpPr>
          <p:nvPr/>
        </p:nvSpPr>
        <p:spPr>
          <a:xfrm>
            <a:off x="70866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D9F52B4-1529-48C4-A89F-84739735B06D}"/>
              </a:ext>
            </a:extLst>
          </p:cNvPr>
          <p:cNvSpPr>
            <a:spLocks noGrp="1"/>
          </p:cNvSpPr>
          <p:nvPr/>
        </p:nvSpPr>
        <p:spPr>
          <a:xfrm>
            <a:off x="70866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257654-93BC-4A15-A1D1-28CAB1F44074}"/>
              </a:ext>
            </a:extLst>
          </p:cNvPr>
          <p:cNvSpPr>
            <a:spLocks noGrp="1"/>
          </p:cNvSpPr>
          <p:nvPr/>
        </p:nvSpPr>
        <p:spPr>
          <a:xfrm>
            <a:off x="75057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FA31EE-63BE-4F3E-9C8F-89A42570BDD4}"/>
              </a:ext>
            </a:extLst>
          </p:cNvPr>
          <p:cNvSpPr>
            <a:spLocks noGrp="1"/>
          </p:cNvSpPr>
          <p:nvPr/>
        </p:nvSpPr>
        <p:spPr>
          <a:xfrm>
            <a:off x="66294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55E688A-4A94-48A4-B51C-29CCD19D7D54}"/>
              </a:ext>
            </a:extLst>
          </p:cNvPr>
          <p:cNvSpPr>
            <a:spLocks noGrp="1"/>
          </p:cNvSpPr>
          <p:nvPr/>
        </p:nvSpPr>
        <p:spPr>
          <a:xfrm>
            <a:off x="85725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A847EE5-C611-4B31-AEA1-FA8F149770F9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48C40C-FAD1-47B7-B4CC-B4A67C73AD42}"/>
              </a:ext>
            </a:extLst>
          </p:cNvPr>
          <p:cNvSpPr>
            <a:spLocks noGrp="1"/>
          </p:cNvSpPr>
          <p:nvPr/>
        </p:nvSpPr>
        <p:spPr>
          <a:xfrm>
            <a:off x="89916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56567F-E47C-4F14-8039-C30565564DAE}"/>
              </a:ext>
            </a:extLst>
          </p:cNvPr>
          <p:cNvSpPr>
            <a:spLocks noGrp="1"/>
          </p:cNvSpPr>
          <p:nvPr/>
        </p:nvSpPr>
        <p:spPr>
          <a:xfrm>
            <a:off x="81153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FA90B9D-5D8B-4209-9A55-CD4EEFFC8DE9}"/>
              </a:ext>
            </a:extLst>
          </p:cNvPr>
          <p:cNvSpPr>
            <a:spLocks noGrp="1"/>
          </p:cNvSpPr>
          <p:nvPr/>
        </p:nvSpPr>
        <p:spPr>
          <a:xfrm>
            <a:off x="100584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4F0F6F9-822C-4D44-8D73-0C49E3561333}"/>
              </a:ext>
            </a:extLst>
          </p:cNvPr>
          <p:cNvSpPr>
            <a:spLocks noGrp="1"/>
          </p:cNvSpPr>
          <p:nvPr/>
        </p:nvSpPr>
        <p:spPr>
          <a:xfrm>
            <a:off x="100584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64A1855-BEC1-4179-AA5B-683F0ED0D383}"/>
              </a:ext>
            </a:extLst>
          </p:cNvPr>
          <p:cNvSpPr>
            <a:spLocks noGrp="1"/>
          </p:cNvSpPr>
          <p:nvPr/>
        </p:nvSpPr>
        <p:spPr>
          <a:xfrm>
            <a:off x="96012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4F586C9-4BC8-4B13-963C-77EE479F86CC}"/>
              </a:ext>
            </a:extLst>
          </p:cNvPr>
          <p:cNvSpPr>
            <a:spLocks noGrp="1"/>
          </p:cNvSpPr>
          <p:nvPr/>
        </p:nvSpPr>
        <p:spPr>
          <a:xfrm>
            <a:off x="3667125" y="5048250"/>
            <a:ext cx="4857750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6407C31-1357-4E4C-B1F9-3EE9344D03BC}"/>
              </a:ext>
            </a:extLst>
          </p:cNvPr>
          <p:cNvSpPr>
            <a:spLocks noGrp="1"/>
          </p:cNvSpPr>
          <p:nvPr/>
        </p:nvSpPr>
        <p:spPr>
          <a:xfrm>
            <a:off x="3857625" y="52006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scn-e0f12f397e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0BFC11-7F8D-446E-B67A-98B03282E81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502DB2-2A75-46C7-980B-6975E38807B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23BA15-5416-4D9C-A09D-DB2C70E8180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67523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F1CFABC-3315-4E0C-87D4-63ABF85FA37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7B7B932-EBF8-4205-90A9-19D3EC74F7E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FB10E6-934A-455E-B507-CA7A637CC04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4DBECB-1A34-48D5-8845-F78637D9EA6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9086" b="190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13EFD2-D082-497F-8167-835E153BFB1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46A9CE-4E19-47A2-94CA-3575ADD991F2}"/>
              </a:ext>
            </a:extLst>
          </p:cNvPr>
          <p:cNvSpPr>
            <a:spLocks noGrp="1"/>
          </p:cNvSpPr>
          <p:nvPr/>
        </p:nvSpPr>
        <p:spPr>
          <a:xfrm>
            <a:off x="895350" y="20764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4B47DD-04AA-4FDF-BC25-A0760AB82A8C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210FB46-D7CD-489F-9841-FD9EC040EA92}"/>
              </a:ext>
            </a:extLst>
          </p:cNvPr>
          <p:cNvSpPr>
            <a:spLocks noGrp="1"/>
          </p:cNvSpPr>
          <p:nvPr/>
        </p:nvSpPr>
        <p:spPr>
          <a:xfrm>
            <a:off x="1162050" y="19907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F5ACE1-65BA-4F1D-8289-A91E987398B7}"/>
              </a:ext>
            </a:extLst>
          </p:cNvPr>
          <p:cNvSpPr>
            <a:spLocks noGrp="1"/>
          </p:cNvSpPr>
          <p:nvPr/>
        </p:nvSpPr>
        <p:spPr>
          <a:xfrm>
            <a:off x="1238250" y="20669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· 20 dated matches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9073D29-0122-4D36-A058-03B2AD600D3C}"/>
              </a:ext>
            </a:extLst>
          </p:cNvPr>
          <p:cNvSpPr>
            <a:spLocks noGrp="1"/>
          </p:cNvSpPr>
          <p:nvPr/>
        </p:nvSpPr>
        <p:spPr>
          <a:xfrm>
            <a:off x="877252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E530BC-A9AA-4738-8BBF-BB35282A4CED}"/>
              </a:ext>
            </a:extLst>
          </p:cNvPr>
          <p:cNvSpPr>
            <a:spLocks noGrp="1"/>
          </p:cNvSpPr>
          <p:nvPr/>
        </p:nvSpPr>
        <p:spPr>
          <a:xfrm>
            <a:off x="877252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DBF5E5-0336-4B60-BA32-D020E03DE5AB}"/>
              </a:ext>
            </a:extLst>
          </p:cNvPr>
          <p:cNvSpPr>
            <a:spLocks noGrp="1"/>
          </p:cNvSpPr>
          <p:nvPr/>
        </p:nvSpPr>
        <p:spPr>
          <a:xfrm>
            <a:off x="903922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0DDE46-C6C4-4327-8919-E8CBA948B69B}"/>
              </a:ext>
            </a:extLst>
          </p:cNvPr>
          <p:cNvSpPr>
            <a:spLocks noGrp="1"/>
          </p:cNvSpPr>
          <p:nvPr/>
        </p:nvSpPr>
        <p:spPr>
          <a:xfrm>
            <a:off x="911542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036630E-A831-48E0-B3D4-A4464B66FDEE}"/>
              </a:ext>
            </a:extLst>
          </p:cNvPr>
          <p:cNvSpPr>
            <a:spLocks noGrp="1"/>
          </p:cNvSpPr>
          <p:nvPr/>
        </p:nvSpPr>
        <p:spPr>
          <a:xfrm>
            <a:off x="1009650" y="52578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25F30D-A817-4B74-A1AA-E40695D6D733}"/>
              </a:ext>
            </a:extLst>
          </p:cNvPr>
          <p:cNvSpPr>
            <a:spLocks noGrp="1"/>
          </p:cNvSpPr>
          <p:nvPr/>
        </p:nvSpPr>
        <p:spPr>
          <a:xfrm>
            <a:off x="1009650" y="52959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562CB2-5DD8-404A-B82E-4AB4F0706CEE}"/>
              </a:ext>
            </a:extLst>
          </p:cNvPr>
          <p:cNvSpPr>
            <a:spLocks noGrp="1"/>
          </p:cNvSpPr>
          <p:nvPr/>
        </p:nvSpPr>
        <p:spPr>
          <a:xfrm>
            <a:off x="1276350" y="51720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F5BDD9-0D5B-4891-868F-D9D236BC9E39}"/>
              </a:ext>
            </a:extLst>
          </p:cNvPr>
          <p:cNvSpPr>
            <a:spLocks noGrp="1"/>
          </p:cNvSpPr>
          <p:nvPr/>
        </p:nvSpPr>
        <p:spPr>
          <a:xfrm>
            <a:off x="1352550" y="52482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Map, Route Lens, feasibility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12B809-FEED-45BA-A7B5-56AE43777BB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B681046-2561-40A5-A443-92A40A281AE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98CE0A-A461-4B34-8AF3-F64871BFFC4D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049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2E2AE422-655E-42F2-BB40-71E53355915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5370542-9FB1-4C87-A104-1AA36CFA91B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151A06-430E-4A2F-8969-84BCE612D5F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DATED EXTERNAL MAP RECORD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425CE6-B268-484A-AAFD-83FEB6BAA63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map record shows its source, review date, and observed geometry.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730" b="3373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6B656C-5D99-4B05-9A19-827EA894958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FAB73E-DB84-45F4-8BC0-DA5A33FD9E7E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7125C1-CB8C-4315-9915-B08FE34B3EE0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FD52B6-E82C-49A8-907C-C310A8590D7F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B6D83F-3645-4A7F-811F-808391F707BF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OBSERVED map and geometry claim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70D3C7-A187-427C-BCD2-03E59E41A5F0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41883F-3302-42E2-99BC-1D217E2893C2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C3D757-9A04-4D3B-B627-53007269C996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789976-0934-4F2D-BDE4-3FC057FA791C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relation 11521406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D679868-8C18-45B7-8424-A43D6FA7B39B}"/>
              </a:ext>
            </a:extLst>
          </p:cNvPr>
          <p:cNvSpPr>
            <a:spLocks noGrp="1"/>
          </p:cNvSpPr>
          <p:nvPr/>
        </p:nvSpPr>
        <p:spPr>
          <a:xfrm>
            <a:off x="110490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9EC8E3-01CE-4C3B-BE88-9911721C0D26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3604E8A-6242-4375-9FA5-C896DD4EAEC4}"/>
              </a:ext>
            </a:extLst>
          </p:cNvPr>
          <p:cNvSpPr>
            <a:spLocks noGrp="1"/>
          </p:cNvSpPr>
          <p:nvPr/>
        </p:nvSpPr>
        <p:spPr>
          <a:xfrm>
            <a:off x="137160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461EE4-0421-40E3-8B6D-8EFE2E31CFB7}"/>
              </a:ext>
            </a:extLst>
          </p:cNvPr>
          <p:cNvSpPr>
            <a:spLocks noGrp="1"/>
          </p:cNvSpPr>
          <p:nvPr/>
        </p:nvSpPr>
        <p:spPr>
          <a:xfrm>
            <a:off x="144780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Reviewed 24 Aug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14BC2E-CDA2-45E6-960A-500CFDD3931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C68A2A-2947-4977-8D95-8A2A234CCAE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F24CBC-3642-43D7-96F9-71DF63861C1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3182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AD93CF68-F367-495B-A574-5175C59BA57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786CC6E-A0AC-4D58-A231-CB2830661108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B778BF-CDBA-4191-9865-5B2010EABF6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505AFE-D8E3-423B-B150-420EDD12DBC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A6D08E-7319-4DB4-B799-664573C40E5B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B7A38C5-D17E-4596-B2C8-0DBD3DB828BC}"/>
              </a:ext>
            </a:extLst>
          </p:cNvPr>
          <p:cNvSpPr>
            <a:spLocks noGrp="1"/>
          </p:cNvSpPr>
          <p:nvPr/>
        </p:nvSpPr>
        <p:spPr>
          <a:xfrm>
            <a:off x="1000125" y="2171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41C69-D9C0-4577-BD85-0DB14EA44965}"/>
              </a:ext>
            </a:extLst>
          </p:cNvPr>
          <p:cNvSpPr>
            <a:spLocks noGrp="1"/>
          </p:cNvSpPr>
          <p:nvPr/>
        </p:nvSpPr>
        <p:spPr>
          <a:xfrm>
            <a:off x="1000125" y="2209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A8F5DD-1800-4D1D-A5DE-362A6104DFC5}"/>
              </a:ext>
            </a:extLst>
          </p:cNvPr>
          <p:cNvSpPr>
            <a:spLocks noGrp="1"/>
          </p:cNvSpPr>
          <p:nvPr/>
        </p:nvSpPr>
        <p:spPr>
          <a:xfrm>
            <a:off x="1266825" y="2085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C45372-ED03-48FC-BCCF-9A883ED3F7F6}"/>
              </a:ext>
            </a:extLst>
          </p:cNvPr>
          <p:cNvSpPr>
            <a:spLocks noGrp="1"/>
          </p:cNvSpPr>
          <p:nvPr/>
        </p:nvSpPr>
        <p:spPr>
          <a:xfrm>
            <a:off x="1343025" y="2162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rank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F90982-F48C-4E5C-A372-BC8EC9480EC8}"/>
              </a:ext>
            </a:extLst>
          </p:cNvPr>
          <p:cNvSpPr>
            <a:spLocks noGrp="1"/>
          </p:cNvSpPr>
          <p:nvPr/>
        </p:nvSpPr>
        <p:spPr>
          <a:xfrm>
            <a:off x="8115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3C5361-A4E5-4EF9-A254-5C891FB06DF1}"/>
              </a:ext>
            </a:extLst>
          </p:cNvPr>
          <p:cNvSpPr>
            <a:spLocks noGrp="1"/>
          </p:cNvSpPr>
          <p:nvPr/>
        </p:nvSpPr>
        <p:spPr>
          <a:xfrm>
            <a:off x="8115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BCFAA0-D4F2-4826-88FC-A91B963671D4}"/>
              </a:ext>
            </a:extLst>
          </p:cNvPr>
          <p:cNvSpPr>
            <a:spLocks noGrp="1"/>
          </p:cNvSpPr>
          <p:nvPr/>
        </p:nvSpPr>
        <p:spPr>
          <a:xfrm>
            <a:off x="8382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F88707-119E-4297-925B-F6F8E65ACE5D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9B1C262-819C-40F6-9450-8B55178A8397}"/>
              </a:ext>
            </a:extLst>
          </p:cNvPr>
          <p:cNvSpPr>
            <a:spLocks noGrp="1"/>
          </p:cNvSpPr>
          <p:nvPr/>
        </p:nvSpPr>
        <p:spPr>
          <a:xfrm>
            <a:off x="1123950" y="52482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7BBC21-9E78-4819-BF9C-0B63BA517660}"/>
              </a:ext>
            </a:extLst>
          </p:cNvPr>
          <p:cNvSpPr>
            <a:spLocks noGrp="1"/>
          </p:cNvSpPr>
          <p:nvPr/>
        </p:nvSpPr>
        <p:spPr>
          <a:xfrm>
            <a:off x="1123950" y="52863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DC4BD0-779D-4330-9F61-6367D5D765B3}"/>
              </a:ext>
            </a:extLst>
          </p:cNvPr>
          <p:cNvSpPr>
            <a:spLocks noGrp="1"/>
          </p:cNvSpPr>
          <p:nvPr/>
        </p:nvSpPr>
        <p:spPr>
          <a:xfrm>
            <a:off x="1390650" y="51625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DBE098-92A2-4AE2-BB1D-D8ED04F9D348}"/>
              </a:ext>
            </a:extLst>
          </p:cNvPr>
          <p:cNvSpPr>
            <a:spLocks noGrp="1"/>
          </p:cNvSpPr>
          <p:nvPr/>
        </p:nvSpPr>
        <p:spPr>
          <a:xfrm>
            <a:off x="1466850" y="52387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 next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1837BAA-4769-465B-B3E8-AC02835E26FF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1D30A8-686B-4363-A11D-874F3E436B3D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C3DE20-B5EA-4DFA-ACA4-A51C23EF182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3523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hlinkClick r:id="rId3"/>
            <a:extLst>
              <a:ext uri="{FF2B5EF4-FFF2-40B4-BE49-F238E27FC236}">
                <a16:creationId xmlns:a16="http://schemas.microsoft.com/office/drawing/2014/main" id="{17F34523-A951-4A8D-92B3-660158D75E8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303280B-4476-4525-B3DE-BC02CA2FCB7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DD9098-96D7-4D4E-82AB-5076095008B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A41DB7-1460-43A5-88B6-79A8F889317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5141" r="5141"/>
          <a:stretch>
            <a:fillRect/>
          </a:stretch>
        </p:blipFill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FDC896-D550-4BCF-AF61-D3718469B22F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="7286625" y="1914525"/>
          <a:ext cx="3714750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93A2CC-94CE-4086-839D-5C769DA2DB5B}"/>
              </a:ext>
            </a:extLst>
          </p:cNvPr>
          <p:cNvSpPr>
            <a:spLocks noGrp="1"/>
          </p:cNvSpPr>
          <p:nvPr/>
        </p:nvSpPr>
        <p:spPr>
          <a:xfrm>
            <a:off x="7286625" y="43910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Historic: MISSING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76F299-BBC3-4D22-926D-8D266D0B0D8C}"/>
              </a:ext>
            </a:extLst>
          </p:cNvPr>
          <p:cNvSpPr>
            <a:spLocks noGrp="1"/>
          </p:cNvSpPr>
          <p:nvPr/>
        </p:nvSpPr>
        <p:spPr>
          <a:xfrm>
            <a:off x="9124950" y="43910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ML: 6,657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85B42A-02D0-4D8A-A96A-BA38192438D0}"/>
              </a:ext>
            </a:extLst>
          </p:cNvPr>
          <p:cNvSpPr>
            <a:spLocks noGrp="1"/>
          </p:cNvSpPr>
          <p:nvPr/>
        </p:nvSpPr>
        <p:spPr>
          <a:xfrm>
            <a:off x="7286625" y="48101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LTFRB_PUJ2451 is the only route where ML supplies the climate activity input. It is not current service or ridership.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25681A-2B94-43DA-B12C-0A3530A831C7}"/>
              </a:ext>
            </a:extLst>
          </p:cNvPr>
          <p:cNvSpPr>
            <a:spLocks noGrp="1"/>
          </p:cNvSpPr>
          <p:nvPr/>
        </p:nvSpPr>
        <p:spPr>
          <a:xfrm>
            <a:off x="7286625" y="5524500"/>
            <a:ext cx="150495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A9E8C5-AA3B-499F-938E-FAE479FFF0F6}"/>
              </a:ext>
            </a:extLst>
          </p:cNvPr>
          <p:cNvSpPr>
            <a:spLocks noGrp="1"/>
          </p:cNvSpPr>
          <p:nvPr/>
        </p:nvSpPr>
        <p:spPr>
          <a:xfrm>
            <a:off x="7381875" y="5562600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448193C-FEE5-448D-8371-0C5EA0E1962B}"/>
              </a:ext>
            </a:extLst>
          </p:cNvPr>
          <p:cNvSpPr>
            <a:spLocks noGrp="1"/>
          </p:cNvSpPr>
          <p:nvPr/>
        </p:nvSpPr>
        <p:spPr>
          <a:xfrm>
            <a:off x="9001125" y="5524500"/>
            <a:ext cx="176212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9F235F-93A6-4570-8765-5A11C352C568}"/>
              </a:ext>
            </a:extLst>
          </p:cNvPr>
          <p:cNvSpPr>
            <a:spLocks noGrp="1"/>
          </p:cNvSpPr>
          <p:nvPr/>
        </p:nvSpPr>
        <p:spPr>
          <a:xfrm>
            <a:off x="9096375" y="5562600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AC8E51-B47F-4B38-88CE-AD098753163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E4D136-D065-4B3F-8F67-A4791C3ED48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 · service-v1-266e0b1d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83244-EE98-4D4E-ABD7-343C9056879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46228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67CEF348-4078-4C6B-A292-32F5B70A84E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62F40D2-8592-418E-BF93-B810F9F2D19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1C16F0-A81D-4F65-84C9-25120585DB7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DD8A0C-259F-4982-A9E2-6E32D9346AE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Typology is a descriptive comparison aid, not a prediction.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4CC9035-0700-4AEE-9F75-EFCDC7F1AC1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FE6C0C3-C677-4181-929C-38B953AA9A24}"/>
              </a:ext>
            </a:extLst>
          </p:cNvPr>
          <p:cNvSpPr>
            <a:spLocks noGrp="1"/>
          </p:cNvSpPr>
          <p:nvPr/>
        </p:nvSpPr>
        <p:spPr>
          <a:xfrm>
            <a:off x="1000125" y="21240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F9041F-52DB-44B5-9D3B-C57003B9CD5B}"/>
              </a:ext>
            </a:extLst>
          </p:cNvPr>
          <p:cNvSpPr>
            <a:spLocks noGrp="1"/>
          </p:cNvSpPr>
          <p:nvPr/>
        </p:nvSpPr>
        <p:spPr>
          <a:xfrm>
            <a:off x="1000125" y="21621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B80687-56B5-48AE-B127-85754A0BC39D}"/>
              </a:ext>
            </a:extLst>
          </p:cNvPr>
          <p:cNvSpPr>
            <a:spLocks noGrp="1"/>
          </p:cNvSpPr>
          <p:nvPr/>
        </p:nvSpPr>
        <p:spPr>
          <a:xfrm>
            <a:off x="1266825" y="20383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0984E6-C58A-4021-94F1-E2C622BB22A1}"/>
              </a:ext>
            </a:extLst>
          </p:cNvPr>
          <p:cNvSpPr>
            <a:spLocks noGrp="1"/>
          </p:cNvSpPr>
          <p:nvPr/>
        </p:nvSpPr>
        <p:spPr>
          <a:xfrm>
            <a:off x="1343025" y="21145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2B4F2D9-28BF-40DD-B793-7E116C07F0D1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4F220-497E-4B66-A6FC-D0B1297CBF9E}"/>
              </a:ext>
            </a:extLst>
          </p:cNvPr>
          <p:cNvSpPr>
            <a:spLocks noGrp="1"/>
          </p:cNvSpPr>
          <p:nvPr/>
        </p:nvSpPr>
        <p:spPr>
          <a:xfrm>
            <a:off x="816292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341FB45-AB1D-4893-B8AB-217EE6A1A978}"/>
              </a:ext>
            </a:extLst>
          </p:cNvPr>
          <p:cNvSpPr>
            <a:spLocks noGrp="1"/>
          </p:cNvSpPr>
          <p:nvPr/>
        </p:nvSpPr>
        <p:spPr>
          <a:xfrm>
            <a:off x="842962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8961D9-E273-4E16-B1AA-6FC2D6089F09}"/>
              </a:ext>
            </a:extLst>
          </p:cNvPr>
          <p:cNvSpPr>
            <a:spLocks noGrp="1"/>
          </p:cNvSpPr>
          <p:nvPr/>
        </p:nvSpPr>
        <p:spPr>
          <a:xfrm>
            <a:off x="850582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Three overlapping groups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7B96139-1A24-4986-A2C1-2F9C0D8F990B}"/>
              </a:ext>
            </a:extLst>
          </p:cNvPr>
          <p:cNvSpPr>
            <a:spLocks noGrp="1"/>
          </p:cNvSpPr>
          <p:nvPr/>
        </p:nvSpPr>
        <p:spPr>
          <a:xfrm>
            <a:off x="8420100" y="5181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D4398C-09F9-4A7A-A309-8BECE636ECCE}"/>
              </a:ext>
            </a:extLst>
          </p:cNvPr>
          <p:cNvSpPr>
            <a:spLocks noGrp="1"/>
          </p:cNvSpPr>
          <p:nvPr/>
        </p:nvSpPr>
        <p:spPr>
          <a:xfrm>
            <a:off x="8420100" y="5219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E4A1F65-BB92-4126-AB81-F066671B4044}"/>
              </a:ext>
            </a:extLst>
          </p:cNvPr>
          <p:cNvSpPr>
            <a:spLocks noGrp="1"/>
          </p:cNvSpPr>
          <p:nvPr/>
        </p:nvSpPr>
        <p:spPr>
          <a:xfrm>
            <a:off x="8686800" y="5095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4D9C4C-B843-460F-BA67-0DE7A40F5A9A}"/>
              </a:ext>
            </a:extLst>
          </p:cNvPr>
          <p:cNvSpPr>
            <a:spLocks noGrp="1"/>
          </p:cNvSpPr>
          <p:nvPr/>
        </p:nvSpPr>
        <p:spPr>
          <a:xfrm>
            <a:off x="8763000" y="5172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3 · silhouette 0.373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4369ED-DB42-40AE-9414-2597D467CFC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A00AE32-3C97-40A3-8B96-70A28810DD6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7F61DA-1A77-48AC-8B22-E6274B059A5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17465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D882B509-D4BD-4F6E-9B8A-67A2F352588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3568D2F-B81A-4F34-856A-F4E5E165965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32B410-C20C-414E-A800-08CAF64CC60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ED17CC-0E23-4C23-ADD6-783031B7704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Lead with the base climate case; keep the scenario range beside 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2420" b="3242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3D307BC-EFC9-4741-B7B4-11E2C6FC19F3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01674C0-0CD3-4D20-828A-6A0F00C58282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110388-0F75-4793-9C24-ACAEF250635F}"/>
              </a:ext>
            </a:extLst>
          </p:cNvPr>
          <p:cNvSpPr>
            <a:spLocks noGrp="1"/>
          </p:cNvSpPr>
          <p:nvPr/>
        </p:nvSpPr>
        <p:spPr>
          <a:xfrm>
            <a:off x="9715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B123F4-8519-4D80-BCEE-97C93DA89898}"/>
              </a:ext>
            </a:extLst>
          </p:cNvPr>
          <p:cNvSpPr>
            <a:spLocks noGrp="1"/>
          </p:cNvSpPr>
          <p:nvPr/>
        </p:nvSpPr>
        <p:spPr>
          <a:xfrm>
            <a:off x="12382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E6879A-F609-44E1-8E3C-A7269B41CBAA}"/>
              </a:ext>
            </a:extLst>
          </p:cNvPr>
          <p:cNvSpPr>
            <a:spLocks noGrp="1"/>
          </p:cNvSpPr>
          <p:nvPr/>
        </p:nvSpPr>
        <p:spPr>
          <a:xfrm>
            <a:off x="13144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 +368 tCO₂e/year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7F4094-86C8-4DC1-BB9C-292CB401EC70}"/>
              </a:ext>
            </a:extLst>
          </p:cNvPr>
          <p:cNvSpPr>
            <a:spLocks noGrp="1"/>
          </p:cNvSpPr>
          <p:nvPr/>
        </p:nvSpPr>
        <p:spPr>
          <a:xfrm>
            <a:off x="8134350" y="2133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3A5858-F96F-49EA-9D21-F5D391BFA7F5}"/>
              </a:ext>
            </a:extLst>
          </p:cNvPr>
          <p:cNvSpPr>
            <a:spLocks noGrp="1"/>
          </p:cNvSpPr>
          <p:nvPr/>
        </p:nvSpPr>
        <p:spPr>
          <a:xfrm>
            <a:off x="8134350" y="2171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1EF5118-BA3C-4848-ADA7-A41918F920A2}"/>
              </a:ext>
            </a:extLst>
          </p:cNvPr>
          <p:cNvSpPr>
            <a:spLocks noGrp="1"/>
          </p:cNvSpPr>
          <p:nvPr/>
        </p:nvSpPr>
        <p:spPr>
          <a:xfrm>
            <a:off x="8401050" y="2047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AB9112-9A59-4B3C-9718-8C125060698A}"/>
              </a:ext>
            </a:extLst>
          </p:cNvPr>
          <p:cNvSpPr>
            <a:spLocks noGrp="1"/>
          </p:cNvSpPr>
          <p:nvPr/>
        </p:nvSpPr>
        <p:spPr>
          <a:xfrm>
            <a:off x="8477250" y="2124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range · not a CI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F493424-5D4C-481D-820F-ECA79C21C96D}"/>
              </a:ext>
            </a:extLst>
          </p:cNvPr>
          <p:cNvSpPr>
            <a:spLocks noGrp="1"/>
          </p:cNvSpPr>
          <p:nvPr/>
        </p:nvSpPr>
        <p:spPr>
          <a:xfrm>
            <a:off x="1057275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24B840-C8C0-48FC-9B5A-15F91D548049}"/>
              </a:ext>
            </a:extLst>
          </p:cNvPr>
          <p:cNvSpPr>
            <a:spLocks noGrp="1"/>
          </p:cNvSpPr>
          <p:nvPr/>
        </p:nvSpPr>
        <p:spPr>
          <a:xfrm>
            <a:off x="1057275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A4C11C8-2EEF-4363-BF5F-8D419DBA479A}"/>
              </a:ext>
            </a:extLst>
          </p:cNvPr>
          <p:cNvSpPr>
            <a:spLocks noGrp="1"/>
          </p:cNvSpPr>
          <p:nvPr/>
        </p:nvSpPr>
        <p:spPr>
          <a:xfrm>
            <a:off x="1323975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E1110B-FB7A-4EF9-8F04-1E40F960FBB9}"/>
              </a:ext>
            </a:extLst>
          </p:cNvPr>
          <p:cNvSpPr>
            <a:spLocks noGrp="1"/>
          </p:cNvSpPr>
          <p:nvPr/>
        </p:nvSpPr>
        <p:spPr>
          <a:xfrm>
            <a:off x="1400175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Negative-low explanation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890F3E-AC6B-4AB3-B32F-135E6A96366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582A65-A236-45F7-8680-F619C8FF664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F93A76-E42C-4690-938E-CCD458D7C50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83573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DEAB93E7-DD40-4ABC-9F10-7C2D229746A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0C92731-2FA0-4CCC-8B2D-586AFAF2C18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B0C79B-0A11-4901-BED3-9DC6DC6E5A4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5A97C9-29E0-46C8-87D3-0804456388C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6D6C9D-0434-463D-AD87-4CDC333B09C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B5354CC-5007-49EC-8655-D977F5CDCE24}"/>
              </a:ext>
            </a:extLst>
          </p:cNvPr>
          <p:cNvSpPr>
            <a:spLocks noGrp="1"/>
          </p:cNvSpPr>
          <p:nvPr/>
        </p:nvSpPr>
        <p:spPr>
          <a:xfrm>
            <a:off x="9715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12E723-BD1C-43FC-8C35-83C236D415AA}"/>
              </a:ext>
            </a:extLst>
          </p:cNvPr>
          <p:cNvSpPr>
            <a:spLocks noGrp="1"/>
          </p:cNvSpPr>
          <p:nvPr/>
        </p:nvSpPr>
        <p:spPr>
          <a:xfrm>
            <a:off x="9715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F827EAD-9882-456F-A5DD-5593CCDD3AE9}"/>
              </a:ext>
            </a:extLst>
          </p:cNvPr>
          <p:cNvSpPr>
            <a:spLocks noGrp="1"/>
          </p:cNvSpPr>
          <p:nvPr/>
        </p:nvSpPr>
        <p:spPr>
          <a:xfrm>
            <a:off x="12382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AF2E16-181E-4CF4-8609-C4A2D97036BD}"/>
              </a:ext>
            </a:extLst>
          </p:cNvPr>
          <p:cNvSpPr>
            <a:spLocks noGrp="1"/>
          </p:cNvSpPr>
          <p:nvPr/>
        </p:nvSpPr>
        <p:spPr>
          <a:xfrm>
            <a:off x="13144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 / exposure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F3D205-903D-4628-AC64-35CFF62A02AE}"/>
              </a:ext>
            </a:extLst>
          </p:cNvPr>
          <p:cNvSpPr>
            <a:spLocks noGrp="1"/>
          </p:cNvSpPr>
          <p:nvPr/>
        </p:nvSpPr>
        <p:spPr>
          <a:xfrm>
            <a:off x="830580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C13844-08AD-413E-BC9A-117203AFAF28}"/>
              </a:ext>
            </a:extLst>
          </p:cNvPr>
          <p:cNvSpPr>
            <a:spLocks noGrp="1"/>
          </p:cNvSpPr>
          <p:nvPr/>
        </p:nvSpPr>
        <p:spPr>
          <a:xfrm>
            <a:off x="830580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D958EA-0F33-4202-9606-0F431A9F6ADD}"/>
              </a:ext>
            </a:extLst>
          </p:cNvPr>
          <p:cNvSpPr>
            <a:spLocks noGrp="1"/>
          </p:cNvSpPr>
          <p:nvPr/>
        </p:nvSpPr>
        <p:spPr>
          <a:xfrm>
            <a:off x="857250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9E8AE8-198D-4F64-87FE-C087E97F2612}"/>
              </a:ext>
            </a:extLst>
          </p:cNvPr>
          <p:cNvSpPr>
            <a:spLocks noGrp="1"/>
          </p:cNvSpPr>
          <p:nvPr/>
        </p:nvSpPr>
        <p:spPr>
          <a:xfrm>
            <a:off x="864870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46C6266-7496-423F-BFE8-28FC21140621}"/>
              </a:ext>
            </a:extLst>
          </p:cNvPr>
          <p:cNvSpPr>
            <a:spLocks noGrp="1"/>
          </p:cNvSpPr>
          <p:nvPr/>
        </p:nvSpPr>
        <p:spPr>
          <a:xfrm>
            <a:off x="8210550" y="5191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5BA89F-EF40-4A3E-8DEA-80D502265F33}"/>
              </a:ext>
            </a:extLst>
          </p:cNvPr>
          <p:cNvSpPr>
            <a:spLocks noGrp="1"/>
          </p:cNvSpPr>
          <p:nvPr/>
        </p:nvSpPr>
        <p:spPr>
          <a:xfrm>
            <a:off x="8210550" y="5229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4458AA9-22AC-4A13-96A5-9984CCE22464}"/>
              </a:ext>
            </a:extLst>
          </p:cNvPr>
          <p:cNvSpPr>
            <a:spLocks noGrp="1"/>
          </p:cNvSpPr>
          <p:nvPr/>
        </p:nvSpPr>
        <p:spPr>
          <a:xfrm>
            <a:off x="8477250" y="5105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838CAE-1E47-4F2E-A0E2-0B24FAF1F180}"/>
              </a:ext>
            </a:extLst>
          </p:cNvPr>
          <p:cNvSpPr>
            <a:spLocks noGrp="1"/>
          </p:cNvSpPr>
          <p:nvPr/>
        </p:nvSpPr>
        <p:spPr>
          <a:xfrm>
            <a:off x="8553450" y="5181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PROXY · second layer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856976-A2E6-4332-BF7E-58C9849E2371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B77010-1C28-4A8E-A6FD-6C86B122AC5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20D0DC-5530-4410-8ED6-901B3790F36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30857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7688956-BBDD-4166-BABA-956C5BEADF4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6B91E51-124C-45EC-BB7A-63AAB9A45BB8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F7FEE1-E98E-4558-8BE7-F57E2D51276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MODEL RESTRAINT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16309D-49FE-47EC-B893-0BA8A70572A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Feasibility is visible as a proxy — never disguised as a budget.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61" b="3361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957C38-5321-409F-93AA-68C8599A65D2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9826E3-C553-43B2-8E6B-66043C16983C}"/>
              </a:ext>
            </a:extLst>
          </p:cNvPr>
          <p:cNvSpPr>
            <a:spLocks noGrp="1"/>
          </p:cNvSpPr>
          <p:nvPr/>
        </p:nvSpPr>
        <p:spPr>
          <a:xfrm>
            <a:off x="10096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34D77B-727C-4CA2-A677-BC7EF9FD7BBC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643435-3612-4CC5-9EE0-E6BF9C1A12DB}"/>
              </a:ext>
            </a:extLst>
          </p:cNvPr>
          <p:cNvSpPr>
            <a:spLocks noGrp="1"/>
          </p:cNvSpPr>
          <p:nvPr/>
        </p:nvSpPr>
        <p:spPr>
          <a:xfrm>
            <a:off x="12763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9A3828-530F-4B8A-AB61-440DCCDE860E}"/>
              </a:ext>
            </a:extLst>
          </p:cNvPr>
          <p:cNvSpPr>
            <a:spLocks noGrp="1"/>
          </p:cNvSpPr>
          <p:nvPr/>
        </p:nvSpPr>
        <p:spPr>
          <a:xfrm>
            <a:off x="13525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Fleet and charger PROXY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F4D6988-F3D2-48E2-B9F8-68BF4B48FFB2}"/>
              </a:ext>
            </a:extLst>
          </p:cNvPr>
          <p:cNvSpPr>
            <a:spLocks noGrp="1"/>
          </p:cNvSpPr>
          <p:nvPr/>
        </p:nvSpPr>
        <p:spPr>
          <a:xfrm>
            <a:off x="80200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408542-9795-4158-AC5B-5B633392961E}"/>
              </a:ext>
            </a:extLst>
          </p:cNvPr>
          <p:cNvSpPr>
            <a:spLocks noGrp="1"/>
          </p:cNvSpPr>
          <p:nvPr/>
        </p:nvSpPr>
        <p:spPr>
          <a:xfrm>
            <a:off x="80200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3DED060-0AED-4E54-9E16-05AB117A0BCF}"/>
              </a:ext>
            </a:extLst>
          </p:cNvPr>
          <p:cNvSpPr>
            <a:spLocks noGrp="1"/>
          </p:cNvSpPr>
          <p:nvPr/>
        </p:nvSpPr>
        <p:spPr>
          <a:xfrm>
            <a:off x="82867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F43D15-FE30-446A-9D07-3FBD15F90574}"/>
              </a:ext>
            </a:extLst>
          </p:cNvPr>
          <p:cNvSpPr>
            <a:spLocks noGrp="1"/>
          </p:cNvSpPr>
          <p:nvPr/>
        </p:nvSpPr>
        <p:spPr>
          <a:xfrm>
            <a:off x="83629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Capital proxy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E172B06-E1B0-45BB-B220-E7378E6CEFC8}"/>
              </a:ext>
            </a:extLst>
          </p:cNvPr>
          <p:cNvSpPr>
            <a:spLocks noGrp="1"/>
          </p:cNvSpPr>
          <p:nvPr/>
        </p:nvSpPr>
        <p:spPr>
          <a:xfrm>
            <a:off x="813435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55D8BD-D017-4595-8F0E-D28331AD758D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FF08E19-9548-4A0C-B31C-9603AF0CC0FC}"/>
              </a:ext>
            </a:extLst>
          </p:cNvPr>
          <p:cNvSpPr>
            <a:spLocks noGrp="1"/>
          </p:cNvSpPr>
          <p:nvPr/>
        </p:nvSpPr>
        <p:spPr>
          <a:xfrm>
            <a:off x="840105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86D884-44A3-4BF5-B3E7-46353A3AFAEE}"/>
              </a:ext>
            </a:extLst>
          </p:cNvPr>
          <p:cNvSpPr>
            <a:spLocks noGrp="1"/>
          </p:cNvSpPr>
          <p:nvPr/>
        </p:nvSpPr>
        <p:spPr>
          <a:xfrm>
            <a:off x="847725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Financing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84AD6D-648E-43EB-887C-ED9AE68640D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667132A-19A8-4CC8-B2C9-AFA8634FB4E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1504DE-8D77-40BD-9C5C-E29F60BF2F6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447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0B66CA20-0B22-4EBD-B0AE-A6093AAC6FF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98A58379-FDBC-4339-ABA4-E6343118622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F0CC26-2BEB-43D2-9B7F-4649B94EF92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D69CF-B8FD-40ED-A040-E9E7828A784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1CFACD-332A-4214-8A64-4556915875ED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85A5C0-438F-47E6-AE33-A0839D237907}"/>
              </a:ext>
            </a:extLst>
          </p:cNvPr>
          <p:cNvSpPr>
            <a:spLocks noGrp="1"/>
          </p:cNvSpPr>
          <p:nvPr/>
        </p:nvSpPr>
        <p:spPr>
          <a:xfrm>
            <a:off x="10668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A5F99-A9B3-474A-956F-E96DEBFFB775}"/>
              </a:ext>
            </a:extLst>
          </p:cNvPr>
          <p:cNvSpPr>
            <a:spLocks noGrp="1"/>
          </p:cNvSpPr>
          <p:nvPr/>
        </p:nvSpPr>
        <p:spPr>
          <a:xfrm>
            <a:off x="10668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6BCA4B-C576-4357-9539-06277B3BAC0D}"/>
              </a:ext>
            </a:extLst>
          </p:cNvPr>
          <p:cNvSpPr>
            <a:spLocks noGrp="1"/>
          </p:cNvSpPr>
          <p:nvPr/>
        </p:nvSpPr>
        <p:spPr>
          <a:xfrm>
            <a:off x="13335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790C7E-81CB-4141-B457-3970FAD2AC44}"/>
              </a:ext>
            </a:extLst>
          </p:cNvPr>
          <p:cNvSpPr>
            <a:spLocks noGrp="1"/>
          </p:cNvSpPr>
          <p:nvPr/>
        </p:nvSpPr>
        <p:spPr>
          <a:xfrm>
            <a:off x="14097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79.07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FC5662F-BF58-41A9-8A4B-0B2EA4FDA3DB}"/>
              </a:ext>
            </a:extLst>
          </p:cNvPr>
          <p:cNvSpPr>
            <a:spLocks noGrp="1"/>
          </p:cNvSpPr>
          <p:nvPr/>
        </p:nvSpPr>
        <p:spPr>
          <a:xfrm>
            <a:off x="433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86BEDF-BBDB-45B5-AC7A-D61C38095FEB}"/>
              </a:ext>
            </a:extLst>
          </p:cNvPr>
          <p:cNvSpPr>
            <a:spLocks noGrp="1"/>
          </p:cNvSpPr>
          <p:nvPr/>
        </p:nvSpPr>
        <p:spPr>
          <a:xfrm>
            <a:off x="433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FF710A-7708-4106-80A5-D2EBA1BD4E7D}"/>
              </a:ext>
            </a:extLst>
          </p:cNvPr>
          <p:cNvSpPr>
            <a:spLocks noGrp="1"/>
          </p:cNvSpPr>
          <p:nvPr/>
        </p:nvSpPr>
        <p:spPr>
          <a:xfrm>
            <a:off x="460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B8568-D539-4F2E-86BB-CD65DA38280F}"/>
              </a:ext>
            </a:extLst>
          </p:cNvPr>
          <p:cNvSpPr>
            <a:spLocks noGrp="1"/>
          </p:cNvSpPr>
          <p:nvPr/>
        </p:nvSpPr>
        <p:spPr>
          <a:xfrm>
            <a:off x="467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07EBDB-A022-41A4-A804-5C5D25AD03D5}"/>
              </a:ext>
            </a:extLst>
          </p:cNvPr>
          <p:cNvSpPr>
            <a:spLocks noGrp="1"/>
          </p:cNvSpPr>
          <p:nvPr/>
        </p:nvSpPr>
        <p:spPr>
          <a:xfrm>
            <a:off x="7734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5E2084-657F-4661-A40C-503C9892EBD0}"/>
              </a:ext>
            </a:extLst>
          </p:cNvPr>
          <p:cNvSpPr>
            <a:spLocks noGrp="1"/>
          </p:cNvSpPr>
          <p:nvPr/>
        </p:nvSpPr>
        <p:spPr>
          <a:xfrm>
            <a:off x="7734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34EF62-B5EC-46F1-B67A-E2901574F39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00A705-ED34-46BF-9871-D8388FD601C8}"/>
              </a:ext>
            </a:extLst>
          </p:cNvPr>
          <p:cNvSpPr>
            <a:spLocks noGrp="1"/>
          </p:cNvSpPr>
          <p:nvPr/>
        </p:nvSpPr>
        <p:spPr>
          <a:xfrm>
            <a:off x="8077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557766-7517-4663-89D0-DF499917891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45B8BE-C645-4A1F-B6D7-FF14E277933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913903-90CF-4041-9437-C57701D4283C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67970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hlinkClick r:id="rId3"/>
            <a:extLst>
              <a:ext uri="{FF2B5EF4-FFF2-40B4-BE49-F238E27FC236}">
                <a16:creationId xmlns:a16="http://schemas.microsoft.com/office/drawing/2014/main" id="{A62CBCD0-2953-4AA0-84D0-28E7F5359E6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9EE94DFB-541B-4F60-8DD7-0B1BC76ED01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DE84CC-476E-4EA5-956C-FFD92AA7EF1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4E9750-5B9C-4AFD-A1E5-CB55F9ADA94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rcRect l="10231" r="10231"/>
          <a:stretch>
            <a:fillRect/>
          </a:stretch>
        </p:blipFill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E48A51-6574-4B09-ACD9-26918E900A4A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7497CA-496C-457C-B097-81637CE0F3DD}"/>
              </a:ext>
            </a:extLst>
          </p:cNvPr>
          <p:cNvSpPr>
            <a:spLocks noGrp="1"/>
          </p:cNvSpPr>
          <p:nvPr/>
        </p:nvSpPr>
        <p:spPr>
          <a:xfrm>
            <a:off x="7353300" y="20764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6C9D7F-E91C-4E67-878E-16FA5BC610EF}"/>
              </a:ext>
            </a:extLst>
          </p:cNvPr>
          <p:cNvSpPr>
            <a:spLocks noGrp="1"/>
          </p:cNvSpPr>
          <p:nvPr/>
        </p:nvSpPr>
        <p:spPr>
          <a:xfrm>
            <a:off x="7353300" y="24860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C03795-8605-4EB5-9349-ADBE8DBF1F3F}"/>
              </a:ext>
            </a:extLst>
          </p:cNvPr>
          <p:cNvSpPr>
            <a:spLocks noGrp="1"/>
          </p:cNvSpPr>
          <p:nvPr/>
        </p:nvSpPr>
        <p:spPr>
          <a:xfrm>
            <a:off x="9105900" y="24193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C31BF-2321-4BAA-A960-E43483745D21}"/>
              </a:ext>
            </a:extLst>
          </p:cNvPr>
          <p:cNvSpPr>
            <a:spLocks noGrp="1"/>
          </p:cNvSpPr>
          <p:nvPr/>
        </p:nvSpPr>
        <p:spPr>
          <a:xfrm>
            <a:off x="7353300" y="2867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FB6E39-D8CE-4AF7-8075-E55C3825235A}"/>
              </a:ext>
            </a:extLst>
          </p:cNvPr>
          <p:cNvSpPr>
            <a:spLocks noGrp="1"/>
          </p:cNvSpPr>
          <p:nvPr/>
        </p:nvSpPr>
        <p:spPr>
          <a:xfrm>
            <a:off x="9105900" y="28098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0F23C3-9739-403C-B2D9-015633D6DB04}"/>
              </a:ext>
            </a:extLst>
          </p:cNvPr>
          <p:cNvSpPr>
            <a:spLocks noGrp="1"/>
          </p:cNvSpPr>
          <p:nvPr/>
        </p:nvSpPr>
        <p:spPr>
          <a:xfrm>
            <a:off x="7353300" y="32099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F94A1-79A9-4EDE-A194-628BDE9BF76C}"/>
              </a:ext>
            </a:extLst>
          </p:cNvPr>
          <p:cNvSpPr>
            <a:spLocks noGrp="1"/>
          </p:cNvSpPr>
          <p:nvPr/>
        </p:nvSpPr>
        <p:spPr>
          <a:xfrm>
            <a:off x="7448550" y="3248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DF48B-DDC2-4A85-BE0A-621289805343}"/>
              </a:ext>
            </a:extLst>
          </p:cNvPr>
          <p:cNvSpPr>
            <a:spLocks noGrp="1"/>
          </p:cNvSpPr>
          <p:nvPr/>
        </p:nvSpPr>
        <p:spPr>
          <a:xfrm>
            <a:off x="7353300" y="35623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4455AA-74DA-4DF6-92D5-7801B087CAC7}"/>
              </a:ext>
            </a:extLst>
          </p:cNvPr>
          <p:cNvSpPr>
            <a:spLocks noGrp="1"/>
          </p:cNvSpPr>
          <p:nvPr/>
        </p:nvSpPr>
        <p:spPr>
          <a:xfrm>
            <a:off x="7353300" y="39719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E4ED8A-1155-4D07-A555-B2FADEBD21E2}"/>
              </a:ext>
            </a:extLst>
          </p:cNvPr>
          <p:cNvSpPr>
            <a:spLocks noGrp="1"/>
          </p:cNvSpPr>
          <p:nvPr/>
        </p:nvSpPr>
        <p:spPr>
          <a:xfrm>
            <a:off x="9105900" y="39052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F618CA-B506-4246-BEDE-D05829DAF271}"/>
              </a:ext>
            </a:extLst>
          </p:cNvPr>
          <p:cNvSpPr>
            <a:spLocks noGrp="1"/>
          </p:cNvSpPr>
          <p:nvPr/>
        </p:nvSpPr>
        <p:spPr>
          <a:xfrm>
            <a:off x="7353300" y="4352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503DFD-B36A-43B7-B28F-D12E721D2A2A}"/>
              </a:ext>
            </a:extLst>
          </p:cNvPr>
          <p:cNvSpPr>
            <a:spLocks noGrp="1"/>
          </p:cNvSpPr>
          <p:nvPr/>
        </p:nvSpPr>
        <p:spPr>
          <a:xfrm>
            <a:off x="9105900" y="42957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2DEA613-606E-4150-9C11-140A2F2BD3CA}"/>
              </a:ext>
            </a:extLst>
          </p:cNvPr>
          <p:cNvSpPr>
            <a:spLocks noGrp="1"/>
          </p:cNvSpPr>
          <p:nvPr/>
        </p:nvSpPr>
        <p:spPr>
          <a:xfrm>
            <a:off x="7353300" y="46958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734EAE-A1E3-413B-9541-838EEE1EF097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D331F-F526-4B27-92DA-7B91D177C3E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6001A9-A203-45E5-BF48-A97C768946A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 · seed 20260820 · 5,000 simulations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422C57-F1FE-4149-A9EB-218FC4018BA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18271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099B5F0F-C08D-4F70-9CBB-401470823C6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CE02679-A317-440C-96CE-E9BB70C49C4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D1FC6F-9804-4FE1-BCCC-E7144BFA5AD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22196-7604-4CC3-ABBD-CCAAD531751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AF6714E-BEFB-4896-B177-2755411A31D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BD74002-7533-4F78-AB57-270C1EAC00E1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1F1C30-C810-44E4-B179-74BC1FB5614A}"/>
              </a:ext>
            </a:extLst>
          </p:cNvPr>
          <p:cNvSpPr>
            <a:spLocks noGrp="1"/>
          </p:cNvSpPr>
          <p:nvPr/>
        </p:nvSpPr>
        <p:spPr>
          <a:xfrm>
            <a:off x="100965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C3BDCEC-6EDC-4466-ABCE-D75C2F0DF373}"/>
              </a:ext>
            </a:extLst>
          </p:cNvPr>
          <p:cNvSpPr>
            <a:spLocks noGrp="1"/>
          </p:cNvSpPr>
          <p:nvPr/>
        </p:nvSpPr>
        <p:spPr>
          <a:xfrm>
            <a:off x="127635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37EC6A-EFA0-4D43-8E42-455A886C8A65}"/>
              </a:ext>
            </a:extLst>
          </p:cNvPr>
          <p:cNvSpPr>
            <a:spLocks noGrp="1"/>
          </p:cNvSpPr>
          <p:nvPr/>
        </p:nvSpPr>
        <p:spPr>
          <a:xfrm>
            <a:off x="135255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92653A-B884-4F55-A0EE-D7CEEA3B95C0}"/>
              </a:ext>
            </a:extLst>
          </p:cNvPr>
          <p:cNvSpPr>
            <a:spLocks noGrp="1"/>
          </p:cNvSpPr>
          <p:nvPr/>
        </p:nvSpPr>
        <p:spPr>
          <a:xfrm>
            <a:off x="814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831E37-1AA6-4B77-8A2A-878FD4F584A1}"/>
              </a:ext>
            </a:extLst>
          </p:cNvPr>
          <p:cNvSpPr>
            <a:spLocks noGrp="1"/>
          </p:cNvSpPr>
          <p:nvPr/>
        </p:nvSpPr>
        <p:spPr>
          <a:xfrm>
            <a:off x="814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733435B-ECE6-45AA-9B7E-9931D8D655A3}"/>
              </a:ext>
            </a:extLst>
          </p:cNvPr>
          <p:cNvSpPr>
            <a:spLocks noGrp="1"/>
          </p:cNvSpPr>
          <p:nvPr/>
        </p:nvSpPr>
        <p:spPr>
          <a:xfrm>
            <a:off x="841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1CC180-F81D-4DC1-935F-C65C74199A1D}"/>
              </a:ext>
            </a:extLst>
          </p:cNvPr>
          <p:cNvSpPr>
            <a:spLocks noGrp="1"/>
          </p:cNvSpPr>
          <p:nvPr/>
        </p:nvSpPr>
        <p:spPr>
          <a:xfrm>
            <a:off x="848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86F34C6-D763-4AAE-8030-2FAA2A341740}"/>
              </a:ext>
            </a:extLst>
          </p:cNvPr>
          <p:cNvSpPr>
            <a:spLocks noGrp="1"/>
          </p:cNvSpPr>
          <p:nvPr/>
        </p:nvSpPr>
        <p:spPr>
          <a:xfrm>
            <a:off x="112395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651E63-132D-4DD6-8CD2-367F1FC12B5E}"/>
              </a:ext>
            </a:extLst>
          </p:cNvPr>
          <p:cNvSpPr>
            <a:spLocks noGrp="1"/>
          </p:cNvSpPr>
          <p:nvPr/>
        </p:nvSpPr>
        <p:spPr>
          <a:xfrm>
            <a:off x="112395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BB09A3-6AC6-4786-B061-60B9344BDF38}"/>
              </a:ext>
            </a:extLst>
          </p:cNvPr>
          <p:cNvSpPr>
            <a:spLocks noGrp="1"/>
          </p:cNvSpPr>
          <p:nvPr/>
        </p:nvSpPr>
        <p:spPr>
          <a:xfrm>
            <a:off x="139065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62BB2A-545D-4D26-9433-6CC2B9FC2D7D}"/>
              </a:ext>
            </a:extLst>
          </p:cNvPr>
          <p:cNvSpPr>
            <a:spLocks noGrp="1"/>
          </p:cNvSpPr>
          <p:nvPr/>
        </p:nvSpPr>
        <p:spPr>
          <a:xfrm>
            <a:off x="146685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4A87EF-0CE5-436D-A8FE-C15072E0940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CDF01A-E735-438D-AD01-22DE5DF960D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453084-FE6A-4AC2-A6B4-26FF5D2DEFE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92641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D93EB77-2F31-45B5-AA56-B5CD7D34A5D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A20A8AB-BBAC-4E6B-9DA6-3DBF19273B9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11112C-8B9B-46A9-A5EE-C5C07A16FEB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ECEBC-D20D-468F-B328-F89C8FAB0E1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0840" b="108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3AB2B9-1E46-4051-BFBB-A73D948CDEAE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0DADCA-8C19-4C15-95DE-92398F2EC1CC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591F68-9D06-4785-B892-E5F9AF0925DE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B9801EC-A451-499E-A0C9-C06031088D7A}"/>
              </a:ext>
            </a:extLst>
          </p:cNvPr>
          <p:cNvSpPr>
            <a:spLocks noGrp="1"/>
          </p:cNvSpPr>
          <p:nvPr/>
        </p:nvSpPr>
        <p:spPr>
          <a:xfrm>
            <a:off x="12763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FAB63C-AD94-47D2-974D-DA7AAB586137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7F23106-53A5-4871-99C0-364400274757}"/>
              </a:ext>
            </a:extLst>
          </p:cNvPr>
          <p:cNvSpPr>
            <a:spLocks noGrp="1"/>
          </p:cNvSpPr>
          <p:nvPr/>
        </p:nvSpPr>
        <p:spPr>
          <a:xfrm>
            <a:off x="8201025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7BB9F2-C379-40E9-AE28-63C8D0A3C3B6}"/>
              </a:ext>
            </a:extLst>
          </p:cNvPr>
          <p:cNvSpPr>
            <a:spLocks noGrp="1"/>
          </p:cNvSpPr>
          <p:nvPr/>
        </p:nvSpPr>
        <p:spPr>
          <a:xfrm>
            <a:off x="8201025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4D8305C-FD6A-40ED-9C1F-E4C6E13E38B6}"/>
              </a:ext>
            </a:extLst>
          </p:cNvPr>
          <p:cNvSpPr>
            <a:spLocks noGrp="1"/>
          </p:cNvSpPr>
          <p:nvPr/>
        </p:nvSpPr>
        <p:spPr>
          <a:xfrm>
            <a:off x="8467725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E9CA1-7877-448F-9442-BA7FC9390DE2}"/>
              </a:ext>
            </a:extLst>
          </p:cNvPr>
          <p:cNvSpPr>
            <a:spLocks noGrp="1"/>
          </p:cNvSpPr>
          <p:nvPr/>
        </p:nvSpPr>
        <p:spPr>
          <a:xfrm>
            <a:off x="8543925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F17569-E014-4C76-8E67-4B150BB1F20E}"/>
              </a:ext>
            </a:extLst>
          </p:cNvPr>
          <p:cNvSpPr>
            <a:spLocks noGrp="1"/>
          </p:cNvSpPr>
          <p:nvPr/>
        </p:nvSpPr>
        <p:spPr>
          <a:xfrm>
            <a:off x="808672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2A2AE5-711C-49F1-8471-79FBD38DA645}"/>
              </a:ext>
            </a:extLst>
          </p:cNvPr>
          <p:cNvSpPr>
            <a:spLocks noGrp="1"/>
          </p:cNvSpPr>
          <p:nvPr/>
        </p:nvSpPr>
        <p:spPr>
          <a:xfrm>
            <a:off x="808672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841F073-2054-413A-8E37-662A531EDAA6}"/>
              </a:ext>
            </a:extLst>
          </p:cNvPr>
          <p:cNvSpPr>
            <a:spLocks noGrp="1"/>
          </p:cNvSpPr>
          <p:nvPr/>
        </p:nvSpPr>
        <p:spPr>
          <a:xfrm>
            <a:off x="835342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C47F1A-97EB-4B00-84A1-C2DFB3C55A03}"/>
              </a:ext>
            </a:extLst>
          </p:cNvPr>
          <p:cNvSpPr>
            <a:spLocks noGrp="1"/>
          </p:cNvSpPr>
          <p:nvPr/>
        </p:nvSpPr>
        <p:spPr>
          <a:xfrm>
            <a:off x="842962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6AF8D2-600B-4DA6-A31A-6ED23AC29E9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B7AD34-EA16-420D-9203-DA3D32B6D60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D4B073-CBB7-4492-8FD8-FB48BE2433FC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98766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39245AC8-36FF-4D78-86FD-A15B0E8C7B0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D65B017-B41B-4127-AAF0-88A5E594E7D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56BBD6-9785-4C8C-9BBC-41BD8B825B4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4E15D-5C5F-4761-9522-38562AE5723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validation program.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D3E388-1593-4619-9D16-578AD3D0A71B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2B90B5-723B-4AB4-96B4-0524FDF6223C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2C872-2775-4F90-BF3D-57D64B48EC71}"/>
              </a:ext>
            </a:extLst>
          </p:cNvPr>
          <p:cNvSpPr>
            <a:spLocks noGrp="1"/>
          </p:cNvSpPr>
          <p:nvPr/>
        </p:nvSpPr>
        <p:spPr>
          <a:xfrm>
            <a:off x="1009650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81D162-75E1-41BC-9224-C6455845ABC8}"/>
              </a:ext>
            </a:extLst>
          </p:cNvPr>
          <p:cNvSpPr>
            <a:spLocks noGrp="1"/>
          </p:cNvSpPr>
          <p:nvPr/>
        </p:nvSpPr>
        <p:spPr>
          <a:xfrm>
            <a:off x="1276350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D4D6AF-1116-4171-B2FD-D864EEA207B7}"/>
              </a:ext>
            </a:extLst>
          </p:cNvPr>
          <p:cNvSpPr>
            <a:spLocks noGrp="1"/>
          </p:cNvSpPr>
          <p:nvPr/>
        </p:nvSpPr>
        <p:spPr>
          <a:xfrm>
            <a:off x="1352550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154E0E-AE4D-4EF6-8370-8134B063DDFF}"/>
              </a:ext>
            </a:extLst>
          </p:cNvPr>
          <p:cNvSpPr>
            <a:spLocks noGrp="1"/>
          </p:cNvSpPr>
          <p:nvPr/>
        </p:nvSpPr>
        <p:spPr>
          <a:xfrm>
            <a:off x="825817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E8BF56-410D-4FA6-91B1-F77183C38899}"/>
              </a:ext>
            </a:extLst>
          </p:cNvPr>
          <p:cNvSpPr>
            <a:spLocks noGrp="1"/>
          </p:cNvSpPr>
          <p:nvPr/>
        </p:nvSpPr>
        <p:spPr>
          <a:xfrm>
            <a:off x="825817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5BE4D60-39EC-495A-8DBC-CA36E7E9D2EB}"/>
              </a:ext>
            </a:extLst>
          </p:cNvPr>
          <p:cNvSpPr>
            <a:spLocks noGrp="1"/>
          </p:cNvSpPr>
          <p:nvPr/>
        </p:nvSpPr>
        <p:spPr>
          <a:xfrm>
            <a:off x="852487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33613D-F9E6-432B-A597-988CD608A354}"/>
              </a:ext>
            </a:extLst>
          </p:cNvPr>
          <p:cNvSpPr>
            <a:spLocks noGrp="1"/>
          </p:cNvSpPr>
          <p:nvPr/>
        </p:nvSpPr>
        <p:spPr>
          <a:xfrm>
            <a:off x="860107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C5E20D3-8454-405E-99D5-848D738B293D}"/>
              </a:ext>
            </a:extLst>
          </p:cNvPr>
          <p:cNvSpPr>
            <a:spLocks noGrp="1"/>
          </p:cNvSpPr>
          <p:nvPr/>
        </p:nvSpPr>
        <p:spPr>
          <a:xfrm>
            <a:off x="811530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AC7035-E656-460F-9C1B-7E6ABE7039C9}"/>
              </a:ext>
            </a:extLst>
          </p:cNvPr>
          <p:cNvSpPr>
            <a:spLocks noGrp="1"/>
          </p:cNvSpPr>
          <p:nvPr/>
        </p:nvSpPr>
        <p:spPr>
          <a:xfrm>
            <a:off x="811530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7F1837-1990-4DA9-BF1C-71079BB98643}"/>
              </a:ext>
            </a:extLst>
          </p:cNvPr>
          <p:cNvSpPr>
            <a:spLocks noGrp="1"/>
          </p:cNvSpPr>
          <p:nvPr/>
        </p:nvSpPr>
        <p:spPr>
          <a:xfrm>
            <a:off x="838200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6F0D64-69D1-45FF-AA63-0480133C42DF}"/>
              </a:ext>
            </a:extLst>
          </p:cNvPr>
          <p:cNvSpPr>
            <a:spLocks noGrp="1"/>
          </p:cNvSpPr>
          <p:nvPr/>
        </p:nvSpPr>
        <p:spPr>
          <a:xfrm>
            <a:off x="845820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Cost is visible, not optimized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82CD89-5425-4D29-BBFD-41557C15348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C875EE-72D3-47F8-8B7D-A2DAA70491C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9D1746-E1B2-4F08-9ECE-594C979B208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5251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8610FDA-265B-420F-A479-A0487B51B07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1DB85AE-FA56-475C-A9EF-D6EB0A5A3BA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80F288-4736-4F48-800A-7848F5E98FE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DEE359-24B9-414F-B7CB-9BB8D6EA394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constrained portfolio is not simply the top eight routes.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6113011-C42D-4ED5-BE8A-8993FDD58A9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B55F6-7276-4F71-BCE3-E66A0C7DABDF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ADB939-D703-48A8-BF56-E6ABCF0D2E81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28233E-F56F-4CC3-B1A0-E0E3F7723552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057439-06B3-4B16-99F5-0BC8800317D6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305FAE-47BB-4A4F-A9D5-1DF804B68F07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32F45F-F2E9-4EEA-9EBF-05FA1C1A5460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3739C1-E22D-40EE-9914-119FC8281B5A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7C5637-7C6C-40D1-82EB-6BF01FDDB5B1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4B8387D-816C-48C8-8EE3-6ED175815424}"/>
              </a:ext>
            </a:extLst>
          </p:cNvPr>
          <p:cNvSpPr>
            <a:spLocks noGrp="1"/>
          </p:cNvSpPr>
          <p:nvPr/>
        </p:nvSpPr>
        <p:spPr>
          <a:xfrm>
            <a:off x="8048625" y="52101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4C8210-B1FB-48CE-9964-86CAA4C3C741}"/>
              </a:ext>
            </a:extLst>
          </p:cNvPr>
          <p:cNvSpPr>
            <a:spLocks noGrp="1"/>
          </p:cNvSpPr>
          <p:nvPr/>
        </p:nvSpPr>
        <p:spPr>
          <a:xfrm>
            <a:off x="8048625" y="52482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F05D3F0-9D04-4550-BF78-C75ADD05FD60}"/>
              </a:ext>
            </a:extLst>
          </p:cNvPr>
          <p:cNvSpPr>
            <a:spLocks noGrp="1"/>
          </p:cNvSpPr>
          <p:nvPr/>
        </p:nvSpPr>
        <p:spPr>
          <a:xfrm>
            <a:off x="8315325" y="51244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B2E0D9-F4E4-49FD-81B2-49B6FB9E8661}"/>
              </a:ext>
            </a:extLst>
          </p:cNvPr>
          <p:cNvSpPr>
            <a:spLocks noGrp="1"/>
          </p:cNvSpPr>
          <p:nvPr/>
        </p:nvSpPr>
        <p:spPr>
          <a:xfrm>
            <a:off x="8391525" y="52006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39CA7E-DD65-4459-A4D4-9959CE8A441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73DC48-9BA3-4B5A-9CD0-5A153467A6B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6AA2B2-FFE2-4D6D-8C99-B369C6D052E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7840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BD95A840-AA3D-44F4-8A55-D154976ED58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3100D7A-A2BA-4227-9839-0ECF353371B8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21E1E8-3F80-4CE8-97D8-CFF0BB13282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5891CE-9398-4974-878E-55F433FBF8E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0DFF589-AF2F-4B21-BE86-9A2A5A29014C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EE03590-F123-46DE-A0C6-05A5F5918CFB}"/>
              </a:ext>
            </a:extLst>
          </p:cNvPr>
          <p:cNvSpPr>
            <a:spLocks noGrp="1"/>
          </p:cNvSpPr>
          <p:nvPr/>
        </p:nvSpPr>
        <p:spPr>
          <a:xfrm>
            <a:off x="1000125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DB9654-C2A9-4DDA-9129-6ABCF6198B95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3D4A1D1-FB93-43B2-9F75-C9DB7ED5A334}"/>
              </a:ext>
            </a:extLst>
          </p:cNvPr>
          <p:cNvSpPr>
            <a:spLocks noGrp="1"/>
          </p:cNvSpPr>
          <p:nvPr/>
        </p:nvSpPr>
        <p:spPr>
          <a:xfrm>
            <a:off x="1266825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F85469-9D0C-4DE1-BBAC-966244DA98B6}"/>
              </a:ext>
            </a:extLst>
          </p:cNvPr>
          <p:cNvSpPr>
            <a:spLocks noGrp="1"/>
          </p:cNvSpPr>
          <p:nvPr/>
        </p:nvSpPr>
        <p:spPr>
          <a:xfrm>
            <a:off x="1343025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4D349DE-6784-416B-BF42-C617A088F827}"/>
              </a:ext>
            </a:extLst>
          </p:cNvPr>
          <p:cNvSpPr>
            <a:spLocks noGrp="1"/>
          </p:cNvSpPr>
          <p:nvPr/>
        </p:nvSpPr>
        <p:spPr>
          <a:xfrm>
            <a:off x="81343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27C3B2-2E9F-488B-88EB-00D4EBEAB868}"/>
              </a:ext>
            </a:extLst>
          </p:cNvPr>
          <p:cNvSpPr>
            <a:spLocks noGrp="1"/>
          </p:cNvSpPr>
          <p:nvPr/>
        </p:nvSpPr>
        <p:spPr>
          <a:xfrm>
            <a:off x="81343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8D41B5-C009-4D2B-AB90-A8BB4F25C3B8}"/>
              </a:ext>
            </a:extLst>
          </p:cNvPr>
          <p:cNvSpPr>
            <a:spLocks noGrp="1"/>
          </p:cNvSpPr>
          <p:nvPr/>
        </p:nvSpPr>
        <p:spPr>
          <a:xfrm>
            <a:off x="84010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0E7759-279B-4F79-9B18-41CE50435F00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985FAB6-FF69-418F-8B0F-A032C741857A}"/>
              </a:ext>
            </a:extLst>
          </p:cNvPr>
          <p:cNvSpPr>
            <a:spLocks noGrp="1"/>
          </p:cNvSpPr>
          <p:nvPr/>
        </p:nvSpPr>
        <p:spPr>
          <a:xfrm>
            <a:off x="806767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9BD606-0440-42AA-8F31-6DD50F37D946}"/>
              </a:ext>
            </a:extLst>
          </p:cNvPr>
          <p:cNvSpPr>
            <a:spLocks noGrp="1"/>
          </p:cNvSpPr>
          <p:nvPr/>
        </p:nvSpPr>
        <p:spPr>
          <a:xfrm>
            <a:off x="806767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A481D28-0394-4B3F-87BC-BED17AA5E0CF}"/>
              </a:ext>
            </a:extLst>
          </p:cNvPr>
          <p:cNvSpPr>
            <a:spLocks noGrp="1"/>
          </p:cNvSpPr>
          <p:nvPr/>
        </p:nvSpPr>
        <p:spPr>
          <a:xfrm>
            <a:off x="833437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226004-6143-4EED-A165-B61304A2EC53}"/>
              </a:ext>
            </a:extLst>
          </p:cNvPr>
          <p:cNvSpPr>
            <a:spLocks noGrp="1"/>
          </p:cNvSpPr>
          <p:nvPr/>
        </p:nvSpPr>
        <p:spPr>
          <a:xfrm>
            <a:off x="841057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provider status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77F701-8841-4354-B6D4-3DE369FAC46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970278-35A4-48D5-BB14-5884C29D6F3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FACB2F-252C-4034-BCD9-8B39EFE152B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67260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hlinkClick r:id="rId3"/>
            <a:extLst>
              <a:ext uri="{FF2B5EF4-FFF2-40B4-BE49-F238E27FC236}">
                <a16:creationId xmlns:a16="http://schemas.microsoft.com/office/drawing/2014/main" id="{F224F522-C4C8-45AA-971E-CD374236C2B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40C0EA2-F777-4795-959E-818732980380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4D46A8-5BEB-4885-B491-17335C43019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D4C62A-4B2C-4DD3-A526-30606668A27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5"/>
          <a:srcRect t="16963" b="16963"/>
          <a:stretch>
            <a:fillRect/>
          </a:stretch>
        </p:blipFill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EFA726-9C4D-4D77-A802-E5E839F7D8B9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  <a:noFill/>
          <a:ln w="11430">
            <a:solidFill>
              <a:srgbClr val="29466E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F2A17A-9C97-4282-8F5A-3DFDEA767830}"/>
              </a:ext>
            </a:extLst>
          </p:cNvPr>
          <p:cNvSpPr>
            <a:spLocks noGrp="1"/>
          </p:cNvSpPr>
          <p:nvPr/>
        </p:nvSpPr>
        <p:spPr>
          <a:xfrm>
            <a:off x="6829425" y="16954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24CA82-B4A7-475B-8CD5-6EA9D63B45B9}"/>
              </a:ext>
            </a:extLst>
          </p:cNvPr>
          <p:cNvSpPr>
            <a:spLocks noGrp="1"/>
          </p:cNvSpPr>
          <p:nvPr/>
        </p:nvSpPr>
        <p:spPr>
          <a:xfrm>
            <a:off x="8239125" y="16287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r2z-a7181752a17d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124E91-70AE-440F-A9D4-28FB9F3B29D0}"/>
              </a:ext>
            </a:extLst>
          </p:cNvPr>
          <p:cNvSpPr>
            <a:spLocks noGrp="1"/>
          </p:cNvSpPr>
          <p:nvPr/>
        </p:nvSpPr>
        <p:spPr>
          <a:xfrm>
            <a:off x="6829425" y="20097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3E69ED-0D46-4B3B-92E5-D09928588BE0}"/>
              </a:ext>
            </a:extLst>
          </p:cNvPr>
          <p:cNvSpPr>
            <a:spLocks noGrp="1"/>
          </p:cNvSpPr>
          <p:nvPr/>
        </p:nvSpPr>
        <p:spPr>
          <a:xfrm>
            <a:off x="6829425" y="22479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E3F303-B92E-41C3-BB16-A9702F17FFB7}"/>
              </a:ext>
            </a:extLst>
          </p:cNvPr>
          <p:cNvSpPr>
            <a:spLocks noGrp="1"/>
          </p:cNvSpPr>
          <p:nvPr/>
        </p:nvSpPr>
        <p:spPr>
          <a:xfrm>
            <a:off x="8239125" y="21812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0E089-E9F3-426E-BC8D-7494876D2BBA}"/>
              </a:ext>
            </a:extLst>
          </p:cNvPr>
          <p:cNvSpPr>
            <a:spLocks noGrp="1"/>
          </p:cNvSpPr>
          <p:nvPr/>
        </p:nvSpPr>
        <p:spPr>
          <a:xfrm>
            <a:off x="6829425" y="25622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D888CC-ACE8-40BB-988C-8BD0F327A231}"/>
              </a:ext>
            </a:extLst>
          </p:cNvPr>
          <p:cNvSpPr>
            <a:spLocks noGrp="1"/>
          </p:cNvSpPr>
          <p:nvPr/>
        </p:nvSpPr>
        <p:spPr>
          <a:xfrm>
            <a:off x="6829425" y="28003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F68CD2-9B94-4E4B-AB2D-ECD7DDF3B658}"/>
              </a:ext>
            </a:extLst>
          </p:cNvPr>
          <p:cNvSpPr>
            <a:spLocks noGrp="1"/>
          </p:cNvSpPr>
          <p:nvPr/>
        </p:nvSpPr>
        <p:spPr>
          <a:xfrm>
            <a:off x="8239125" y="27336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86395A-52FA-4022-BDF5-C87181695469}"/>
              </a:ext>
            </a:extLst>
          </p:cNvPr>
          <p:cNvSpPr>
            <a:spLocks noGrp="1"/>
          </p:cNvSpPr>
          <p:nvPr/>
        </p:nvSpPr>
        <p:spPr>
          <a:xfrm>
            <a:off x="6829425" y="31146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8C4970-4A43-4D98-90D2-CC0935E958AA}"/>
              </a:ext>
            </a:extLst>
          </p:cNvPr>
          <p:cNvSpPr>
            <a:spLocks noGrp="1"/>
          </p:cNvSpPr>
          <p:nvPr/>
        </p:nvSpPr>
        <p:spPr>
          <a:xfrm>
            <a:off x="6829425" y="33528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F2DD92-BF52-4A10-B399-A91F88EA8776}"/>
              </a:ext>
            </a:extLst>
          </p:cNvPr>
          <p:cNvSpPr>
            <a:spLocks noGrp="1"/>
          </p:cNvSpPr>
          <p:nvPr/>
        </p:nvSpPr>
        <p:spPr>
          <a:xfrm>
            <a:off x="8239125" y="32861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451FD07-B46B-4B82-9958-2AF2D2188689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547ECF-53AB-4AAE-AA4C-0528C627BCF8}"/>
              </a:ext>
            </a:extLst>
          </p:cNvPr>
          <p:cNvSpPr>
            <a:spLocks noGrp="1"/>
          </p:cNvSpPr>
          <p:nvPr/>
        </p:nvSpPr>
        <p:spPr>
          <a:xfrm>
            <a:off x="6829425" y="3905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TOUR VOICE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7A160E-E7B9-41CE-BC22-2B58D840F28A}"/>
              </a:ext>
            </a:extLst>
          </p:cNvPr>
          <p:cNvSpPr>
            <a:spLocks noGrp="1"/>
          </p:cNvSpPr>
          <p:nvPr/>
        </p:nvSpPr>
        <p:spPr>
          <a:xfrm>
            <a:off x="8239125" y="38385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recorded MP3 · 1 live response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63CDCB-5850-4708-8EB0-6613ADF8DAF8}"/>
              </a:ext>
            </a:extLst>
          </p:cNvPr>
          <p:cNvSpPr>
            <a:spLocks noGrp="1"/>
          </p:cNvSpPr>
          <p:nvPr/>
        </p:nvSpPr>
        <p:spPr>
          <a:xfrm>
            <a:off x="6829425" y="42195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FCA2A9-3B8D-4DD3-BAA7-D570ECF1B0FA}"/>
              </a:ext>
            </a:extLst>
          </p:cNvPr>
          <p:cNvSpPr>
            <a:spLocks noGrp="1"/>
          </p:cNvSpPr>
          <p:nvPr/>
        </p:nvSpPr>
        <p:spPr>
          <a:xfrm>
            <a:off x="6829425" y="44577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2E1D00-C7F5-464B-99BD-A77C30AECC87}"/>
              </a:ext>
            </a:extLst>
          </p:cNvPr>
          <p:cNvSpPr>
            <a:spLocks noGrp="1"/>
          </p:cNvSpPr>
          <p:nvPr/>
        </p:nvSpPr>
        <p:spPr>
          <a:xfrm>
            <a:off x="8239125" y="43910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freshness · Netlify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764333A-136F-4897-B269-13B43D6D2D43}"/>
              </a:ext>
            </a:extLst>
          </p:cNvPr>
          <p:cNvSpPr>
            <a:spLocks noGrp="1"/>
          </p:cNvSpPr>
          <p:nvPr/>
        </p:nvSpPr>
        <p:spPr>
          <a:xfrm>
            <a:off x="6829425" y="47720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C4A7B59-92A0-4A8A-A7C0-61D16ACECF81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BCEFFD-B345-4847-97E8-7FA58D40E5CC}"/>
              </a:ext>
            </a:extLst>
          </p:cNvPr>
          <p:cNvSpPr>
            <a:spLocks noGrp="1"/>
          </p:cNvSpPr>
          <p:nvPr/>
        </p:nvSpPr>
        <p:spPr>
          <a:xfrm>
            <a:off x="685800" y="56388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Joaquin Sarmiento · Prince Marl Mirasol · Carl Nueva · JOSEPH CLARENCE PARAYAOAN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2A58C4-BF3E-4D66-B745-7D9CA5001395}"/>
              </a:ext>
            </a:extLst>
          </p:cNvPr>
          <p:cNvSpPr>
            <a:spLocks noGrp="1"/>
          </p:cNvSpPr>
          <p:nvPr/>
        </p:nvSpPr>
        <p:spPr>
          <a:xfrm>
            <a:off x="685800" y="5819775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47A8BA-759A-4FC0-BD66-E8FE0C94B938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382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DC9368-C921-4B8F-8627-0E3D3864500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884A95-4C44-424A-8247-7D2939D23D1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79FD8C7-1DC5-4406-8B9F-777F2236163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332792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1765</Words>
  <Application>Microsoft Office PowerPoint</Application>
  <DocSecurity>0</DocSecurity>
  <PresentationFormat>Widescreen</PresentationFormat>
  <Paragraphs>307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John Marwin Ebona</cp:lastModifiedBy>
  <cp:revision>1</cp:revision>
  <dcterms:created xsi:type="dcterms:W3CDTF">2026-09-01T11:13:49Z</dcterms:created>
  <dcterms:modified xsi:type="dcterms:W3CDTF">2026-09-01T11:18:30Z</dcterms:modified>
</cp:coreProperties>
</file>